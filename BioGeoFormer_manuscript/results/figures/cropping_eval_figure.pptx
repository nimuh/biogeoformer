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73152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81" d="100"/>
          <a:sy n="81" d="100"/>
        </p:scale>
        <p:origin x="352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365F0B-569F-FE4F-A97B-D1B0E7FCDFBA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1143000"/>
            <a:ext cx="2244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3DC7BC-7904-A944-930A-76CE63FF3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85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3DC7BC-7904-A944-930A-76CE63FF39E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353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46133"/>
            <a:ext cx="6217920" cy="3501813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282989"/>
            <a:ext cx="5486400" cy="2428451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7540-A758-8240-869A-0A0B7AD9B7C6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956DE-FCFD-434C-83A9-FB9623CA9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262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7540-A758-8240-869A-0A0B7AD9B7C6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956DE-FCFD-434C-83A9-FB9623CA9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548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2507618"/>
            <a:ext cx="6309360" cy="4184014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6731215"/>
            <a:ext cx="6309360" cy="2200274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7540-A758-8240-869A-0A0B7AD9B7C6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956DE-FCFD-434C-83A9-FB9623CA9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410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2677584"/>
            <a:ext cx="310896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2677584"/>
            <a:ext cx="310896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7540-A758-8240-869A-0A0B7AD9B7C6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956DE-FCFD-434C-83A9-FB9623CA9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144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535519"/>
            <a:ext cx="6309360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4" y="2465706"/>
            <a:ext cx="3094672" cy="1208404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4" y="3674110"/>
            <a:ext cx="309467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0" y="2465706"/>
            <a:ext cx="3109913" cy="1208404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0" y="3674110"/>
            <a:ext cx="3109913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7540-A758-8240-869A-0A0B7AD9B7C6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956DE-FCFD-434C-83A9-FB9623CA9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362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7540-A758-8240-869A-0A0B7AD9B7C6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956DE-FCFD-434C-83A9-FB9623CA9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563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7540-A758-8240-869A-0A0B7AD9B7C6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956DE-FCFD-434C-83A9-FB9623CA9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737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670560"/>
            <a:ext cx="2359342" cy="23469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1448226"/>
            <a:ext cx="3703320" cy="7147983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3017520"/>
            <a:ext cx="2359342" cy="5590329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7540-A758-8240-869A-0A0B7AD9B7C6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956DE-FCFD-434C-83A9-FB9623CA9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28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670560"/>
            <a:ext cx="2359342" cy="23469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1448226"/>
            <a:ext cx="3703320" cy="7147983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3017520"/>
            <a:ext cx="2359342" cy="5590329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7540-A758-8240-869A-0A0B7AD9B7C6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956DE-FCFD-434C-83A9-FB9623CA9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194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7540-A758-8240-869A-0A0B7AD9B7C6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956DE-FCFD-434C-83A9-FB9623CA9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940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535517"/>
            <a:ext cx="1577340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535517"/>
            <a:ext cx="4640580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7540-A758-8240-869A-0A0B7AD9B7C6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956DE-FCFD-434C-83A9-FB9623CA9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910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535519"/>
            <a:ext cx="6309360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2677584"/>
            <a:ext cx="6309360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9322649"/>
            <a:ext cx="164592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277540-A758-8240-869A-0A0B7AD9B7C6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0" y="9322649"/>
            <a:ext cx="246888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9322649"/>
            <a:ext cx="164592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0956DE-FCFD-434C-83A9-FB9623CA9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458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F4BF47B-F102-ED75-A2D5-954B25C23241}"/>
              </a:ext>
            </a:extLst>
          </p:cNvPr>
          <p:cNvGrpSpPr/>
          <p:nvPr/>
        </p:nvGrpSpPr>
        <p:grpSpPr>
          <a:xfrm>
            <a:off x="976783" y="0"/>
            <a:ext cx="5361633" cy="8828690"/>
            <a:chOff x="976783" y="0"/>
            <a:chExt cx="5361633" cy="8828690"/>
          </a:xfrm>
        </p:grpSpPr>
        <p:pic>
          <p:nvPicPr>
            <p:cNvPr id="3" name="Picture 2" descr="A graph of different colored lines&#10;&#10;AI-generated content may be incorrect.">
              <a:extLst>
                <a:ext uri="{FF2B5EF4-FFF2-40B4-BE49-F238E27FC236}">
                  <a16:creationId xmlns:a16="http://schemas.microsoft.com/office/drawing/2014/main" id="{A90D09E6-37FE-E76B-3DA2-A295C77D4E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18025"/>
            <a:stretch>
              <a:fillRect/>
            </a:stretch>
          </p:blipFill>
          <p:spPr>
            <a:xfrm>
              <a:off x="976783" y="0"/>
              <a:ext cx="5361633" cy="8245366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331A460-C765-2E27-5FA4-42D594BBA1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0603" t="95193" b="-992"/>
            <a:stretch>
              <a:fillRect/>
            </a:stretch>
          </p:blipFill>
          <p:spPr>
            <a:xfrm>
              <a:off x="2065281" y="8245366"/>
              <a:ext cx="3184635" cy="5833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63432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267</TotalTime>
  <Words>1</Words>
  <Application>Microsoft Macintosh PowerPoint</Application>
  <PresentationFormat>Custom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Wynne</dc:creator>
  <cp:lastModifiedBy>Jacob Wynne</cp:lastModifiedBy>
  <cp:revision>2</cp:revision>
  <dcterms:created xsi:type="dcterms:W3CDTF">2025-10-27T19:21:49Z</dcterms:created>
  <dcterms:modified xsi:type="dcterms:W3CDTF">2025-11-05T16:31:22Z</dcterms:modified>
</cp:coreProperties>
</file>