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/>
    <p:restoredTop sz="94635"/>
  </p:normalViewPr>
  <p:slideViewPr>
    <p:cSldViewPr snapToGrid="0">
      <p:cViewPr varScale="1">
        <p:scale>
          <a:sx n="120" d="100"/>
          <a:sy n="120" d="100"/>
        </p:scale>
        <p:origin x="68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5F5C-6A56-83CA-2DE1-7DBB9F381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7938C-D8DD-F394-E4D1-B73E8DB67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3F58-8851-433E-16E3-054FF5E4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15A5-9727-45FE-0F28-2C6BE124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044D-2E7C-73FD-C673-C8458B2C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9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FBAD-5683-6A9F-9763-8F798F1F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400C-BFD3-CA24-3D4C-CDA52D48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1C827-8D90-DD50-9FB7-D349CC16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8219-A12F-F531-9E0F-AF728390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9E9C-3AFD-C1C0-8584-E978FB52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0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68C7-1348-D848-9769-B8F32CA1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2C02E-514E-2D48-8835-99ABD3E3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88B84-B31C-A084-72F5-16DF222E2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2C94-6966-E3BD-14D7-749C771A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81A98-1965-81CA-1988-DFB6A6C6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0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E21E-D740-A946-9324-5BE92649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CAB07-D8A5-814C-7DB4-60A512870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48146-AC14-A439-363C-12E2D0587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C1C27-04AA-C4E9-9478-F41094B4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E10A8-50D6-A870-F1D3-5EB2B5BB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C24AE-337E-8816-86B8-F0241490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7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C289-F96B-8AE3-C309-8064A2CE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F98DE-26DD-D117-1074-7A152CA35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DB72-62BC-2FB0-7592-7D21B5311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2E3C2-749D-28C9-4ACA-61463222D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BA099-A373-33DB-81CB-E779894E5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C5490-1BAE-2D6E-2F3F-A68BAC73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90A46-6757-255F-758C-8DA19D6E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553D4-7F24-CF31-9C20-04A0C66C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3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54AD-6C53-1190-AE84-9C489A09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BF54E-172C-8CBD-1C55-84EF5DEF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B7854-8EFE-9CC0-A950-C6C124DD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71B45-B949-BFF3-B356-310F1FE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8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7BBA3-0FB6-6636-38F4-AD2DD8C3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05A46-A6E0-4677-110A-49ED77E9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3FCB8-430F-3C55-099B-8037E623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7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27EF3-3D9B-E251-FC15-16174257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53B6-B91A-3285-0FE1-C81DF939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CC3F4-B991-95D1-7EC8-93D22B7B0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7B7CC-4D06-DE44-540D-9DCF8324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448BE-1E90-B9C3-DFDB-C0D672C0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23A67-3A49-FE20-9E83-40A1CEE3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7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DDBC-0551-86B0-8D23-9476D668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3BC8F-3DB8-606C-CC55-7DAADDBEBF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115E8-C384-19FF-AD3C-35AD2BF86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A3ACE-4C35-433E-5C67-1BFD024B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E4E7C-AADF-E7D9-4E72-C9FA57F9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E9267-5E6D-FDAF-3E13-BBD8486D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2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98C2-9C80-9207-F436-9DED3ACB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4A05A-DA51-16FF-8692-C47823AEF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9D94-CC07-C1C9-35F4-9B4C8460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7FDBF-E500-2900-36EB-5015EB25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2BEFA-46B9-BCF0-9553-33BF5952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5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CDC57-1138-A6A2-9DE4-EEC9A0D4A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C56D8-ED03-9283-CCA9-606E9021C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5AB9A-19E1-4FC8-5E9F-283B76AD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97B32-C978-531C-3A74-D02B2E97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BF4A-EC4B-508C-F753-6C82CA24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1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2D722F-7CB9-D2E9-1EF3-E978AC8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D8355-BC40-B6B8-2C5F-CA8E76983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96014-22C1-664B-9B44-6D97A096D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824F8-7046-4240-9A90-C73E53EDAE9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04E83-0129-73D4-C57C-18769829C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9E08-DF46-367D-3EDD-663FFC67E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42D52-6FC1-1642-9A93-57E046039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5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85F887-C84E-1E36-598D-AAC525E4D51E}"/>
              </a:ext>
            </a:extLst>
          </p:cNvPr>
          <p:cNvGrpSpPr/>
          <p:nvPr/>
        </p:nvGrpSpPr>
        <p:grpSpPr>
          <a:xfrm>
            <a:off x="65215" y="0"/>
            <a:ext cx="11907109" cy="6610865"/>
            <a:chOff x="65215" y="0"/>
            <a:chExt cx="11907109" cy="6610865"/>
          </a:xfrm>
        </p:grpSpPr>
        <p:pic>
          <p:nvPicPr>
            <p:cNvPr id="3" name="Picture 2" descr="A diagram of different colored bars&#10;&#10;AI-generated content may be incorrect.">
              <a:extLst>
                <a:ext uri="{FF2B5EF4-FFF2-40B4-BE49-F238E27FC236}">
                  <a16:creationId xmlns:a16="http://schemas.microsoft.com/office/drawing/2014/main" id="{DC4ABB5A-0077-3E7E-E591-8186401FA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675" y="0"/>
              <a:ext cx="11752649" cy="661086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D46DC-5FF3-B79E-43B6-11C71032D115}"/>
                </a:ext>
              </a:extLst>
            </p:cNvPr>
            <p:cNvSpPr txBox="1"/>
            <p:nvPr/>
          </p:nvSpPr>
          <p:spPr>
            <a:xfrm>
              <a:off x="2063579" y="247135"/>
              <a:ext cx="308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0E061B-2CBF-5DFD-60AA-5D6449F04AC4}"/>
                </a:ext>
              </a:extLst>
            </p:cNvPr>
            <p:cNvSpPr txBox="1"/>
            <p:nvPr/>
          </p:nvSpPr>
          <p:spPr>
            <a:xfrm>
              <a:off x="65215" y="4258962"/>
              <a:ext cx="308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F999E0-3147-C94F-AF7E-F3B1530114F9}"/>
                </a:ext>
              </a:extLst>
            </p:cNvPr>
            <p:cNvSpPr txBox="1"/>
            <p:nvPr/>
          </p:nvSpPr>
          <p:spPr>
            <a:xfrm>
              <a:off x="2215978" y="4258962"/>
              <a:ext cx="308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D2DF7F-DA19-E43A-5251-4B395511F885}"/>
                </a:ext>
              </a:extLst>
            </p:cNvPr>
            <p:cNvSpPr txBox="1"/>
            <p:nvPr/>
          </p:nvSpPr>
          <p:spPr>
            <a:xfrm>
              <a:off x="8130746" y="399535"/>
              <a:ext cx="3089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523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Wynne</dc:creator>
  <cp:lastModifiedBy>Jacob Wynne</cp:lastModifiedBy>
  <cp:revision>2</cp:revision>
  <dcterms:created xsi:type="dcterms:W3CDTF">2025-11-05T21:51:24Z</dcterms:created>
  <dcterms:modified xsi:type="dcterms:W3CDTF">2025-11-05T21:58:29Z</dcterms:modified>
</cp:coreProperties>
</file>